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TensorFlow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Powerful Library for Machine Learning and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TensorFlow?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Open-source machine learning framework</a:t>
            </a:r>
          </a:p>
          <a:p>
            <a:r>
              <a:t>Developed by Google Brain team</a:t>
            </a:r>
          </a:p>
          <a:p>
            <a:r>
              <a:t>Used for deep learning, neural networks, and predictive analytics</a:t>
            </a:r>
          </a:p>
          <a:p>
            <a:r>
              <a:t>Supports Python, C++, JavaScript,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TensorFlow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Cross-platform support (CPU, GPU, TPU)</a:t>
            </a:r>
          </a:p>
          <a:p>
            <a:r>
              <a:t>Scalable and production-ready</a:t>
            </a:r>
          </a:p>
          <a:p>
            <a:r>
              <a:t>Built-in tools: TensorBoard, Keras, TF Lite</a:t>
            </a:r>
          </a:p>
          <a:p>
            <a:r>
              <a:t>Strong community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TensorFlow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Tensors: Multi-dimensional arrays</a:t>
            </a:r>
          </a:p>
          <a:p>
            <a:r>
              <a:t>Graphs: Dataflow representation of computation</a:t>
            </a:r>
          </a:p>
          <a:p>
            <a:r>
              <a:t>Eager execution in TF 2.x vs Session-based in TF 1.x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Tensors</a:t>
            </a:r>
          </a:p>
          <a:p>
            <a:r>
              <a:t>Variables</a:t>
            </a:r>
          </a:p>
          <a:p>
            <a:r>
              <a:t>Operations</a:t>
            </a:r>
          </a:p>
          <a:p>
            <a:r>
              <a:t>Computational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TensorFlow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pip install tensorflow</a:t>
            </a:r>
          </a:p>
          <a:p>
            <a:r>
              <a:t>Requires Python 3.7–3.11</a:t>
            </a:r>
          </a:p>
          <a:p>
            <a:r>
              <a:t>Supports Windows, macOS, Linux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Simple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import tensorflow as tf</a:t>
            </a:r>
          </a:p>
          <a:p>
            <a:r>
              <a:t>a = tf.constant(2)</a:t>
            </a:r>
          </a:p>
          <a:p>
            <a:r>
              <a:t>b = tf.constant(3)</a:t>
            </a:r>
          </a:p>
          <a:p>
            <a:r>
              <a:t>c = a + b</a:t>
            </a:r>
          </a:p>
          <a:p>
            <a:r>
              <a:t>print(c) -&gt; tf.Tensor(5, shape=(), dtype=int32)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TensorFlow vs Other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TensorFlow: Deep learning, GPU support, TensorBoard</a:t>
            </a:r>
          </a:p>
          <a:p>
            <a:r>
              <a:t>PyTorch: Dynamic graphs, GPU support</a:t>
            </a:r>
          </a:p>
          <a:p>
            <a:r>
              <a:t>Scikit-learn: For classical ML, no deep learning or GPU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TensorFlow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Image recognition</a:t>
            </a:r>
          </a:p>
          <a:p>
            <a:r>
              <a:t>Natural Language Processing</a:t>
            </a:r>
          </a:p>
          <a:p>
            <a:r>
              <a:t>Predictive modeling</a:t>
            </a:r>
          </a:p>
          <a:p>
            <a:r>
              <a:t>Chatbots, Voice assistants</a:t>
            </a:r>
          </a:p>
          <a:p>
            <a:r>
              <a:t>Healthcare, Finance, Robotics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TensorFlow is a powerful and flexible tool</a:t>
            </a:r>
          </a:p>
          <a:p>
            <a:r>
              <a:t>Supports both research and production</a:t>
            </a:r>
          </a:p>
          <a:p>
            <a:r>
              <a:t>Easy integration with Keras</a:t>
            </a:r>
          </a:p>
          <a:p>
            <a:r>
              <a:t>Strong community and enterprise backing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https://www.tensorflow.org/</a:t>
            </a:r>
          </a:p>
          <a:p>
            <a:r>
              <a:t>https://github.com/tensorflow</a:t>
            </a:r>
          </a:p>
          <a:p>
            <a:r>
              <a:t>Book: Hands-On ML with Scikit-Learn and TensorFlow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260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Introduction to TensorFlow</vt:lpstr>
      <vt:lpstr>What is TensorFlow?</vt:lpstr>
      <vt:lpstr>Features of TensorFlow</vt:lpstr>
      <vt:lpstr>TensorFlow Architecture</vt:lpstr>
      <vt:lpstr>Basic Components</vt:lpstr>
      <vt:lpstr>Installing TensorFlow</vt:lpstr>
      <vt:lpstr>A Simple Example</vt:lpstr>
      <vt:lpstr>TensorFlow vs Other Frameworks</vt:lpstr>
      <vt:lpstr>Applications of TensorFlow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TensorFlow</dc:title>
  <dc:subject/>
  <dc:creator/>
  <cp:keywords/>
  <dc:description>generated using python-pptx</dc:description>
  <cp:lastModifiedBy>Mehul Kodia</cp:lastModifiedBy>
  <cp:revision>2</cp:revision>
  <dcterms:created xsi:type="dcterms:W3CDTF">2013-01-27T09:14:16Z</dcterms:created>
  <dcterms:modified xsi:type="dcterms:W3CDTF">2025-07-03T15:36:26Z</dcterms:modified>
  <cp:category/>
</cp:coreProperties>
</file>